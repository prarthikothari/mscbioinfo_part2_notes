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0" autoAdjust="0"/>
    <p:restoredTop sz="94660"/>
  </p:normalViewPr>
  <p:slideViewPr>
    <p:cSldViewPr snapToGrid="0">
      <p:cViewPr varScale="1">
        <p:scale>
          <a:sx n="87" d="100"/>
          <a:sy n="87" d="100"/>
        </p:scale>
        <p:origin x="3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4020E-0D54-7FFF-5BA1-2E6DEF895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E5A5AD-A1AD-6452-795E-53E8C113B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03E06-7221-24FF-11A8-66D24F219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0EC47-20FC-41A9-B268-D751E5973858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25BDC-75A0-023C-2C5B-C84533EE2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DAA29-FBC1-6AB8-AF1D-A367BE87F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6D400-8D2F-4067-A54B-9FD8485F16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688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D879D-A125-CB0D-0103-E2CFF731C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36C85-7020-F3FB-CC87-7F9B086CD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1BCA6-5852-A821-FADC-C6CDA5C2D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0EC47-20FC-41A9-B268-D751E5973858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11D4F-7C6B-959B-058E-AF6B46BB6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25AD6-E927-D771-2A43-79CE5A5C6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6D400-8D2F-4067-A54B-9FD8485F16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035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49284-AE0A-C7FD-C30E-2720F3FDA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3D613-8AD1-629E-5F36-B49BF2566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81133-B9EB-EF1D-FB7C-21C47CEF6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0EC47-20FC-41A9-B268-D751E5973858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7CEF8-3838-466B-A21F-3EBBB7615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47CDF-1EF7-948F-F094-9320297C7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6D400-8D2F-4067-A54B-9FD8485F16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370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D7E41-EC2C-BF9E-3A2C-9AE4C621D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1061B-8429-C4FA-ABCB-DF46238C61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2E6043-326B-8F72-F218-E1CA8CC75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280F9-41C8-8172-8212-2867DFE2D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0EC47-20FC-41A9-B268-D751E5973858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F8A980-6D71-68D9-C5B0-26B3358EA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B660BC-B069-C97C-CBA9-1B5F50152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6D400-8D2F-4067-A54B-9FD8485F16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988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1AF99-83DC-9683-D397-4CBB2BFA9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89B01-CE97-AE3C-9EBC-D7824502E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63D17-06E3-84BD-C432-600995441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4D0882-CD89-B526-84AD-471B812C38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E4CF9E-C791-90BF-7751-B56BF7DB45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6DF652-E97D-F220-2660-40C069EB9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0EC47-20FC-41A9-B268-D751E5973858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2A42FA-8747-B8F5-90BC-7566903DA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0F0A2-0C9C-D55E-60DF-5A23C9D4F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6D400-8D2F-4067-A54B-9FD8485F16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403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3E679-B863-4343-F7F1-582C1D073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634AB8-11BA-8008-F88C-A15A19530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0EC47-20FC-41A9-B268-D751E5973858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E8F18A-D697-FB98-F897-BBF0F706D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962815-ADEE-BB1F-EE89-9E4EC6D94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6D400-8D2F-4067-A54B-9FD8485F16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451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BA2F3B-9FB2-4701-F99D-8D7C05C51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0EC47-20FC-41A9-B268-D751E5973858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703E19-40E9-BF66-12B4-3ADE3494E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B49E7-D2DB-0A34-771E-73E5F043A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6D400-8D2F-4067-A54B-9FD8485F16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522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A4C1C-A352-D118-F595-398933253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DDFE1-EDE0-FB2E-B026-B666EECF9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AB0B7F-765A-E539-AC7D-1EFC14C369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498A91-0FEF-B266-BE49-603E2D906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0EC47-20FC-41A9-B268-D751E5973858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4400C0-A1FE-9407-B074-27AC59EBE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773A0-A2E0-185B-047F-9E611465A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6D400-8D2F-4067-A54B-9FD8485F16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341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28B4C-C363-A0F7-48F9-D3A6A9D45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DA5009-C884-2C38-8B81-C6670CA75B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A545A0-9D8A-0CC2-17D6-5331327D85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55F2B9-6BEA-0953-1BE5-50AB8CD74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0EC47-20FC-41A9-B268-D751E5973858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AC842-DCD5-2221-2A58-D5F22CA6E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6C1AA-128B-61DE-F897-B190B5EC6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6D400-8D2F-4067-A54B-9FD8485F16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999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03DB3-27FA-1860-1D0F-243B37B0B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89DFF6-27DD-059E-91F7-02AAE6C825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D25B1-D869-E2EA-7E6D-9D98258BD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0EC47-20FC-41A9-B268-D751E5973858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F9C96-A20F-7FC6-8529-276D3005E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BCEF0-B164-A266-5164-D448964FA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6D400-8D2F-4067-A54B-9FD8485F16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579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001E9E-BDCD-DA20-4B42-6F74F0A336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2668BE-35E7-931E-BD66-B0FA03A95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BCF16-A2D7-7FDD-0B5E-2DF3DBC13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0EC47-20FC-41A9-B268-D751E5973858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19E71-68F4-9290-6918-374F9354C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FDE02-B2B8-67D8-BD70-55C8348CE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6D400-8D2F-4067-A54B-9FD8485F16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401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2EBEC3-A6F5-19FC-8F3F-3F33BB486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1E55F-04B5-893C-F0FC-4DD591C2A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BA9E0-1402-4216-3F73-90080427DC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0EC47-20FC-41A9-B268-D751E5973858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16DCC-AC75-E604-D584-73C08BB90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BDE12-3B30-361E-B934-365D9F7F39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6D400-8D2F-4067-A54B-9FD8485F16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520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08530-21D2-A467-3DEE-2E9BB2BC2F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C2D151-8BD2-0ACA-9A56-2AF2CD1997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4CEC92-58D8-2E58-50D0-01291FF55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"/>
            <a:ext cx="12192000" cy="682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968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4315E-6AEE-6F77-9B8C-EC465C90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1B654-41F2-D430-18EB-9DD170613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423DC4-74C8-6391-296C-D4D8903E6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2"/>
            <a:ext cx="12192000" cy="685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955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A4EB9-9906-8C9C-4CE2-76BD71E5B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0F95F-7660-6FAA-F60D-C701D361C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4CD05B-D377-8ADD-F7E6-0840FF57B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8" y="0"/>
            <a:ext cx="121521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288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C08CA-5F2D-D7DC-9428-E3B12210E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60AFA-BA8A-FA74-682C-E50DAB93E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CFB714-31B8-D6F8-20FE-4378B43AB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0"/>
            <a:ext cx="12192000" cy="685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3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98DC3-7D7E-7528-326C-A8C5AC6AC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80DC2-CEF4-CC2A-D598-FF31CC36F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7E39C0-72BA-CC2C-56CE-7FFACA1E7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82"/>
            <a:ext cx="12192000" cy="680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476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8C5B9-0129-CA95-7904-4B939D890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C7B73-6E2F-D7D6-363D-35B09D272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4D87D5-0CF5-D369-45F7-F8F00F66D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3" y="0"/>
            <a:ext cx="12162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355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57F4E-7F49-7F77-3A68-27D38CEB3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9543D-AD4E-1675-0C16-944FAB4A7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9ECD3D-BD9C-EFC8-7FF8-D8142AFFC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56"/>
            <a:ext cx="12192000" cy="679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197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11DD4-EF40-F940-AA06-CF08CE7DC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FD3D4-D6B3-3EE7-3E5D-72B3123B8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DEEBCF-A33C-DF78-34B2-94C14934F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912"/>
            <a:ext cx="12192000" cy="680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168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260FB-0358-FC44-B834-88B3DEAC2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A01B1-65DC-29B1-98A7-23C67DBF9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B01313-9360-0D23-890F-1AF718FB8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3223"/>
            <a:ext cx="12192000" cy="531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939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04327-C718-A66D-6E6B-3A2C74C1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2B5C4-98B2-CD9F-DAD9-B8890D7FC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CA53EC-FB23-2FFE-E67C-AB6902A98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44" y="995023"/>
            <a:ext cx="11183911" cy="486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73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7C9CC-CCFB-C95D-FF47-2F4B1A896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8E640-7E51-15AA-68A7-7406483DD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7D2FE3-4C29-482A-82A1-BDDB5329D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8185"/>
            <a:ext cx="12192000" cy="384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393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3FC4D-B397-82B5-AF7B-1E0E340DB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5180E-9A97-0A0A-CEAE-B6D51A2BA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2AE1DC-CE56-8F76-8A36-40DC5C602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3"/>
            <a:ext cx="12192000" cy="684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576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099B9-703B-A28F-91E9-1D9C8049D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1405B-E6E4-8C24-BC9D-5EB6B8C74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4ED35F-962C-B075-306E-D13BAB4EE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87" y="204337"/>
            <a:ext cx="10755226" cy="644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058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C4503-3268-D069-47EB-E30B363D3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CF5DE-542A-57DB-9E71-F3289151D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EB2A4B-06E8-E689-584E-E215CB1CA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6"/>
            <a:ext cx="12192000" cy="685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935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A8BB2-1FD4-B78E-1E30-6A3D70E35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93A44-7974-79D1-6325-2B237E4D9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67A4BA-B0E2-0532-35B1-1FDE2F386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" y="0"/>
            <a:ext cx="121869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375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0E6C5-B54C-303E-85B3-B1E01C1EB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15B8C-FCB5-9517-12FC-54E0A2B3F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F23B67-D7AB-5608-5AEF-12A7360AF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3677"/>
            <a:ext cx="12192000" cy="617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360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8A53D-2BF2-F02E-D734-02FE8C318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61ABD-2665-EFFD-04CE-0534A4BC9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95F4DE-DA0A-59C1-53F3-407986004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99"/>
            <a:ext cx="12192000" cy="681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8984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20EF5-9AC3-61C0-9103-5BF6F8FBE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A8DD0-8130-B920-D885-245284F17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FEE9DF-BD73-46D9-6495-016F17EC3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05"/>
            <a:ext cx="12192000" cy="683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4171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93EDC-F5CF-2C45-2369-FEDFA2F4D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851DC-4208-CB55-4524-932197F9C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9B337E-DC7B-4482-7DD6-637E08C09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026"/>
            <a:ext cx="12192000" cy="680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7080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1F227-C61F-5019-111C-A24B9ED54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8D25F-2F6F-86E7-0DEF-DC7D1D3DF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42EA8E-9910-CFCD-C078-93BA6F997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38"/>
            <a:ext cx="12192000" cy="6848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825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B0154-7C30-1257-2FFE-7F0ED6C48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13999-2741-DE28-4720-766BE84C5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3054EC-1488-DDF0-E860-0CF8533BC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39"/>
            <a:ext cx="12192000" cy="683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2675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43B5E-383B-89D9-1EFC-ECFA8C92D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E5851-AE00-BD76-3BF0-B34DA6ACC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82895E-B0E2-B1CA-5EF0-23040251F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9" y="0"/>
            <a:ext cx="120658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1483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BB73E-FC35-985C-CA52-7CA53919B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AC330-64DF-2743-5DBA-ABF1A2ACB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FCEB4D-DA70-E463-1BE6-1D4CEC3E6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498" y="0"/>
            <a:ext cx="77550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5246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881C-1481-9219-6C3A-9412C78EE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90DC4-A32C-518E-744A-7562E2695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894E72-7451-5082-160D-A530616D3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6660"/>
            <a:ext cx="12192000" cy="438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544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38A33-4710-235C-B485-E6B40DDCB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765C8-661E-2115-4172-6F4FD5D5C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836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0</Words>
  <Application>Microsoft Office PowerPoint</Application>
  <PresentationFormat>Widescreen</PresentationFormat>
  <Paragraphs>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Prarthi Kothari</dc:creator>
  <cp:lastModifiedBy>Prarthi Kothari</cp:lastModifiedBy>
  <cp:revision>7</cp:revision>
  <dcterms:created xsi:type="dcterms:W3CDTF">2025-03-08T09:18:42Z</dcterms:created>
  <dcterms:modified xsi:type="dcterms:W3CDTF">2025-03-08T10:13:50Z</dcterms:modified>
</cp:coreProperties>
</file>